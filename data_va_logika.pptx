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131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291840" cy="3291840"/>
          </a:xfrm>
          <a:prstGeom prst="ellipse">
            <a:avLst/>
          </a:prstGeom>
          <a:solidFill>
            <a:srgbClr val="1131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01001000 01101001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" cy="10515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395374"/>
            <a:ext cx="546811" cy="546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MA'LUMOTLARNI TASVIRLASH VA KOMPYUTER MANTIG'I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Bitlardan mantiqiy qarorlarga: kompyuter qanday ‘o'ylaydi’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F4C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Nazariya  •  Test savollari  •  Amaliy mashg'ulotlar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 — bu nima?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ma'lumot kompyuterda 0 va 1 (bit) shaklida saqlanadi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Ikkilik sanoq sistemasida (binary) ifodalanadi. Masalan: 5 = 101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205740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file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330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harf kodga mos keladi (ASCII/Unicode). “A” = 65 = 01000001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205740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70" y="22549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Piksellar to'plami; har biri rang qiymatiga ega (RGB: 0–255)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7373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4100" y="205740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mus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610" y="22549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Tovush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to'lqinlari vaqt bo'yicha namuna olinib, raqamlarga aylantiriladi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Misol: matndan bitgacha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“HI” so'zi qanday qilib 0 va 1 larga aylanadi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724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767328" y="2468880"/>
            <a:ext cx="466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7242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51960" y="2084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kod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oʼnlik son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468880"/>
            <a:ext cx="466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589520" y="192024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0B3D5C"/>
          </a:solidFill>
          <a:ln/>
          <a:effectLst>
            <a:outerShdw sx="100000" sy="100000" kx="0" ky="0" algn="bl" rotWithShape="0" blurRad="76200" dist="25400" dir="5400000">
              <a:srgbClr val="1724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589520" y="2084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114800"/>
            <a:ext cx="10332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Diqqat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6177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uchun “H” harfi mavjud emas — u faqat 01001000 ketma-ketligini biladi. Ekranda “H” ko'rinishi — shu bitlarni inson uchun qayta tarjima qilish natijasidir.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Logic — Boolean asoslari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faqat ikkita qiymat bilan ‘fikrlaydi’: TRUE va FALSE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131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6" name="Image 0" descr="to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3006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/ FALSE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mantiqiy holat faqat ikki qiymatga ega: 1 (to'g'ri) yoki 0 (noto'g'ri).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1314A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103120"/>
            <a:ext cx="822960" cy="82296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11" name="Image 1" descr="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3006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gates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kabi mantiqiy elementlar orqali qarorlar qabul qilinadi.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131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103120"/>
            <a:ext cx="822960" cy="82296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16" name="Image 2" descr="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23006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Tranzistorlar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Protsessorda millionlab tranzistor shu oddiy 0/1 qoidalar asosida ishlaydi.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Mantiqiy operatorlar (Logic Gates)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operator kirish qiymatlariga qarab natija chiqaradi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06040" cy="2743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4780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5552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4780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5552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4780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5552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47288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4780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25552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4780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5552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1965960"/>
            <a:ext cx="2606040" cy="2743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28244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9016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2679192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7472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28244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9016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28244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9016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4720" y="3447288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7472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28244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09016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47472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28244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09016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792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7920" y="1965960"/>
            <a:ext cx="2606040" cy="2743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1792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630936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11708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92480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2679192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0936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1708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792480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30936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11708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792480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052560" y="16916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</p:sp>
      <p:sp>
        <p:nvSpPr>
          <p:cNvPr id="61" name="Shape 59"/>
          <p:cNvSpPr/>
          <p:nvPr/>
        </p:nvSpPr>
        <p:spPr>
          <a:xfrm>
            <a:off x="9052560" y="169164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/>
        </p:spPr>
      </p:sp>
      <p:sp>
        <p:nvSpPr>
          <p:cNvPr id="62" name="Shape 60"/>
          <p:cNvSpPr/>
          <p:nvPr/>
        </p:nvSpPr>
        <p:spPr>
          <a:xfrm>
            <a:off x="9052560" y="1965960"/>
            <a:ext cx="2606040" cy="2743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05256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914400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95172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0759440" y="2377440"/>
            <a:ext cx="80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144000" y="2679192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14400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995172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10759440" y="2697480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914400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995172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10759440" y="3081528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144000" y="3447288"/>
            <a:ext cx="2423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14400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995172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10759440" y="3465576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914400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995172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10759440" y="3849624"/>
            <a:ext cx="80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Ikkalasi qanday bog'liq?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Kalkulyatorda 5 + 3 = 8 hisoblanganda nima sodir bo'ladi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3463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3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Kodlash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 3 raqamlari binary formatga aylantiriladi (Data Representation): 101 va 011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087368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3463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Hisoblash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logic gate'lar orqali qo'shish amalini bajaradi (Computer Logic)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724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9640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234635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064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85496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natija (1000) qayta inson tushunadigan “8” raqamiga aylantiriladi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mashg'ulot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O'nlik sondan ikkilik (binary) songa o'ting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penc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Vazifa: quyidagi o'nlik sonlarni binary (0/1) formatga o'giring. Yordam uchun 8-4-2-1 usulidan foydalaning.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2F7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971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1280160" y="3931920"/>
            <a:ext cx="246888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2296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Javobingiz: _______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Javob: 1001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1772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2F7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7720" y="2971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4" name="Shape 11"/>
          <p:cNvSpPr/>
          <p:nvPr/>
        </p:nvSpPr>
        <p:spPr>
          <a:xfrm>
            <a:off x="5074920" y="3931920"/>
            <a:ext cx="246888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6177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Javobingiz: _______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Javob: 1101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1248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2F7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12480" y="2971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9" name="Shape 16"/>
          <p:cNvSpPr/>
          <p:nvPr/>
        </p:nvSpPr>
        <p:spPr>
          <a:xfrm>
            <a:off x="8869680" y="3931920"/>
            <a:ext cx="2468880" cy="0"/>
          </a:xfrm>
          <a:prstGeom prst="line">
            <a:avLst/>
          </a:prstGeom>
          <a:noFill/>
          <a:ln w="12700">
            <a:solidFill>
              <a:srgbClr val="C7D6E2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Javobingiz: _______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Javob: 10100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mashg'ulot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 OR jadvalining bo'sh joylarini to'ldiring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777240" cy="7772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4209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801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Vazifa: A va B qiymatlariga asoslanib, mos operator natijasini toping.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7242E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97280" y="3035808"/>
            <a:ext cx="4572000" cy="4572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97280" y="4041648"/>
            <a:ext cx="4572000" cy="4572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8872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4572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4572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63640" y="210312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7242E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2636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9244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537960" y="3035808"/>
            <a:ext cx="4572000" cy="4572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2940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09244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37260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6294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09244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37260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537960" y="4041648"/>
            <a:ext cx="4572000" cy="4572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62940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092440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37260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629400" y="4572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8092440" y="4572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937260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2296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Maslahat: 5-slayddagi jadvalga qaytib javoblaringizni tekshiring.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1131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7958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05740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ma'lumot (matn, rasm, tovush) 0 va 1 kombinatsiyasiga aylantiriladi — bu kompyuterning “tarjima tizimi”.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005840" cy="100584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9" name="Image 1" descr="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2" y="348752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57400" y="3319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Logic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057400" y="37490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kabi mantiqiy operatorlar orqali protsessor qarorlar qabul qiladi va hisob-kitob bajaradi.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1F4C6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5303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navbat sizda: keyingi bo'limdagi test savollariga javob bering!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2026-09-07T04:49:13Z</dcterms:created>
  <dcterms:modified xsi:type="dcterms:W3CDTF">2026-09-07T04:49:13Z</dcterms:modified>
</cp:coreProperties>
</file>